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75521C-6571-4362-B4F9-E3B11ADEDA77}" v="7" dt="2026-07-21T09:10:47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 mitjà 2 - èmfasi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 clar 2 - èmfasi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ix Albaiges" userId="38f52aa9-1630-4cfa-b2da-f377bd34a7e5" providerId="ADAL" clId="{D088A61E-9E87-4F19-86F0-A30C320468A0}"/>
    <pc:docChg chg="custSel addSld delSld modSld">
      <pc:chgData name="Aleix Albaiges" userId="38f52aa9-1630-4cfa-b2da-f377bd34a7e5" providerId="ADAL" clId="{D088A61E-9E87-4F19-86F0-A30C320468A0}" dt="2026-07-21T09:10:53.136" v="405" actId="26606"/>
      <pc:docMkLst>
        <pc:docMk/>
      </pc:docMkLst>
      <pc:sldChg chg="modSp mod">
        <pc:chgData name="Aleix Albaiges" userId="38f52aa9-1630-4cfa-b2da-f377bd34a7e5" providerId="ADAL" clId="{D088A61E-9E87-4F19-86F0-A30C320468A0}" dt="2026-07-21T08:49:21.812" v="207" actId="20577"/>
        <pc:sldMkLst>
          <pc:docMk/>
          <pc:sldMk cId="0" sldId="256"/>
        </pc:sldMkLst>
        <pc:spChg chg="mod">
          <ac:chgData name="Aleix Albaiges" userId="38f52aa9-1630-4cfa-b2da-f377bd34a7e5" providerId="ADAL" clId="{D088A61E-9E87-4F19-86F0-A30C320468A0}" dt="2026-07-21T08:49:21.812" v="207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Aleix Albaiges" userId="38f52aa9-1630-4cfa-b2da-f377bd34a7e5" providerId="ADAL" clId="{D088A61E-9E87-4F19-86F0-A30C320468A0}" dt="2026-07-21T08:49:08.500" v="205"/>
          <ac:spMkLst>
            <pc:docMk/>
            <pc:sldMk cId="0" sldId="256"/>
            <ac:spMk id="8" creationId="{00000000-0000-0000-0000-000000000000}"/>
          </ac:spMkLst>
        </pc:spChg>
        <pc:grpChg chg="mod">
          <ac:chgData name="Aleix Albaiges" userId="38f52aa9-1630-4cfa-b2da-f377bd34a7e5" providerId="ADAL" clId="{D088A61E-9E87-4F19-86F0-A30C320468A0}" dt="2026-07-21T08:49:08.500" v="205"/>
          <ac:grpSpMkLst>
            <pc:docMk/>
            <pc:sldMk cId="0" sldId="256"/>
            <ac:grpSpMk id="9" creationId="{1E2EDBB3-CA5C-30B6-2D50-44E973FD3C73}"/>
          </ac:grpSpMkLst>
        </pc:grpChg>
      </pc:sldChg>
      <pc:sldChg chg="delSp modSp mod">
        <pc:chgData name="Aleix Albaiges" userId="38f52aa9-1630-4cfa-b2da-f377bd34a7e5" providerId="ADAL" clId="{D088A61E-9E87-4F19-86F0-A30C320468A0}" dt="2026-07-21T08:57:08.716" v="401" actId="2165"/>
        <pc:sldMkLst>
          <pc:docMk/>
          <pc:sldMk cId="0" sldId="258"/>
        </pc:sldMkLst>
        <pc:spChg chg="del mod">
          <ac:chgData name="Aleix Albaiges" userId="38f52aa9-1630-4cfa-b2da-f377bd34a7e5" providerId="ADAL" clId="{D088A61E-9E87-4F19-86F0-A30C320468A0}" dt="2026-07-21T08:46:24.272" v="145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Aleix Albaiges" userId="38f52aa9-1630-4cfa-b2da-f377bd34a7e5" providerId="ADAL" clId="{D088A61E-9E87-4F19-86F0-A30C320468A0}" dt="2026-07-21T08:45:23.086" v="95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leix Albaiges" userId="38f52aa9-1630-4cfa-b2da-f377bd34a7e5" providerId="ADAL" clId="{D088A61E-9E87-4F19-86F0-A30C320468A0}" dt="2026-07-21T08:45:23.086" v="95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leix Albaiges" userId="38f52aa9-1630-4cfa-b2da-f377bd34a7e5" providerId="ADAL" clId="{D088A61E-9E87-4F19-86F0-A30C320468A0}" dt="2026-07-21T08:45:23.086" v="95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leix Albaiges" userId="38f52aa9-1630-4cfa-b2da-f377bd34a7e5" providerId="ADAL" clId="{D088A61E-9E87-4F19-86F0-A30C320468A0}" dt="2026-07-21T08:45:23.086" v="95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leix Albaiges" userId="38f52aa9-1630-4cfa-b2da-f377bd34a7e5" providerId="ADAL" clId="{D088A61E-9E87-4F19-86F0-A30C320468A0}" dt="2026-07-21T08:45:23.086" v="95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Aleix Albaiges" userId="38f52aa9-1630-4cfa-b2da-f377bd34a7e5" providerId="ADAL" clId="{D088A61E-9E87-4F19-86F0-A30C320468A0}" dt="2026-07-21T08:45:23.086" v="95" actId="478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leix Albaiges" userId="38f52aa9-1630-4cfa-b2da-f377bd34a7e5" providerId="ADAL" clId="{D088A61E-9E87-4F19-86F0-A30C320468A0}" dt="2026-07-21T08:56:56.639" v="400" actId="20577"/>
          <ac:spMkLst>
            <pc:docMk/>
            <pc:sldMk cId="0" sldId="258"/>
            <ac:spMk id="17" creationId="{D7671EFA-A655-4A0A-374E-2CE113A79E21}"/>
          </ac:spMkLst>
        </pc:spChg>
        <pc:graphicFrameChg chg="mod modGraphic">
          <ac:chgData name="Aleix Albaiges" userId="38f52aa9-1630-4cfa-b2da-f377bd34a7e5" providerId="ADAL" clId="{D088A61E-9E87-4F19-86F0-A30C320468A0}" dt="2026-07-21T08:57:08.716" v="401" actId="2165"/>
          <ac:graphicFrameMkLst>
            <pc:docMk/>
            <pc:sldMk cId="0" sldId="258"/>
            <ac:graphicFrameMk id="7" creationId="{00000000-0000-0000-0000-000000000000}"/>
          </ac:graphicFrameMkLst>
        </pc:graphicFrameChg>
      </pc:sldChg>
      <pc:sldChg chg="modSp del mod">
        <pc:chgData name="Aleix Albaiges" userId="38f52aa9-1630-4cfa-b2da-f377bd34a7e5" providerId="ADAL" clId="{D088A61E-9E87-4F19-86F0-A30C320468A0}" dt="2026-07-21T08:41:17.801" v="86" actId="47"/>
        <pc:sldMkLst>
          <pc:docMk/>
          <pc:sldMk cId="0" sldId="259"/>
        </pc:sldMkLst>
      </pc:sldChg>
      <pc:sldChg chg="addSp modSp new mod setBg">
        <pc:chgData name="Aleix Albaiges" userId="38f52aa9-1630-4cfa-b2da-f377bd34a7e5" providerId="ADAL" clId="{D088A61E-9E87-4F19-86F0-A30C320468A0}" dt="2026-07-21T09:10:53.136" v="405" actId="26606"/>
        <pc:sldMkLst>
          <pc:docMk/>
          <pc:sldMk cId="892334063" sldId="259"/>
        </pc:sldMkLst>
        <pc:graphicFrameChg chg="add mod">
          <ac:chgData name="Aleix Albaiges" userId="38f52aa9-1630-4cfa-b2da-f377bd34a7e5" providerId="ADAL" clId="{D088A61E-9E87-4F19-86F0-A30C320468A0}" dt="2026-07-21T09:10:45.235" v="403"/>
          <ac:graphicFrameMkLst>
            <pc:docMk/>
            <pc:sldMk cId="892334063" sldId="259"/>
            <ac:graphicFrameMk id="2" creationId="{0E4FA167-113B-2737-4381-682F536CA268}"/>
          </ac:graphicFrameMkLst>
        </pc:graphicFrameChg>
        <pc:graphicFrameChg chg="add mod">
          <ac:chgData name="Aleix Albaiges" userId="38f52aa9-1630-4cfa-b2da-f377bd34a7e5" providerId="ADAL" clId="{D088A61E-9E87-4F19-86F0-A30C320468A0}" dt="2026-07-21T09:10:53.136" v="405" actId="26606"/>
          <ac:graphicFrameMkLst>
            <pc:docMk/>
            <pc:sldMk cId="892334063" sldId="259"/>
            <ac:graphicFrameMk id="3" creationId="{22B18885-8FB3-1ADD-A591-4A39622FC2A8}"/>
          </ac:graphicFrameMkLst>
        </pc:graphicFrameChg>
      </pc:sldChg>
      <pc:sldChg chg="modSp del mod">
        <pc:chgData name="Aleix Albaiges" userId="38f52aa9-1630-4cfa-b2da-f377bd34a7e5" providerId="ADAL" clId="{D088A61E-9E87-4F19-86F0-A30C320468A0}" dt="2026-07-21T08:45:15.927" v="89" actId="47"/>
        <pc:sldMkLst>
          <pc:docMk/>
          <pc:sldMk cId="0" sldId="260"/>
        </pc:sldMkLst>
      </pc:sldChg>
      <pc:sldChg chg="modSp del mod">
        <pc:chgData name="Aleix Albaiges" userId="38f52aa9-1630-4cfa-b2da-f377bd34a7e5" providerId="ADAL" clId="{D088A61E-9E87-4F19-86F0-A30C320468A0}" dt="2026-07-21T08:45:14.302" v="87" actId="47"/>
        <pc:sldMkLst>
          <pc:docMk/>
          <pc:sldMk cId="64866124" sldId="261"/>
        </pc:sldMkLst>
      </pc:sldChg>
      <pc:sldChg chg="modSp del mod">
        <pc:chgData name="Aleix Albaiges" userId="38f52aa9-1630-4cfa-b2da-f377bd34a7e5" providerId="ADAL" clId="{D088A61E-9E87-4F19-86F0-A30C320468A0}" dt="2026-07-21T08:45:15.273" v="88" actId="47"/>
        <pc:sldMkLst>
          <pc:docMk/>
          <pc:sldMk cId="2786253141" sldId="262"/>
        </pc:sldMkLst>
      </pc:sldChg>
      <pc:sldChg chg="modSp del mod">
        <pc:chgData name="Aleix Albaiges" userId="38f52aa9-1630-4cfa-b2da-f377bd34a7e5" providerId="ADAL" clId="{D088A61E-9E87-4F19-86F0-A30C320468A0}" dt="2026-07-21T08:45:16.635" v="90" actId="47"/>
        <pc:sldMkLst>
          <pc:docMk/>
          <pc:sldMk cId="1006989947" sldId="263"/>
        </pc:sldMkLst>
      </pc:sldChg>
      <pc:sldChg chg="modSp del mod">
        <pc:chgData name="Aleix Albaiges" userId="38f52aa9-1630-4cfa-b2da-f377bd34a7e5" providerId="ADAL" clId="{D088A61E-9E87-4F19-86F0-A30C320468A0}" dt="2026-07-21T08:45:17.036" v="91" actId="47"/>
        <pc:sldMkLst>
          <pc:docMk/>
          <pc:sldMk cId="1040703096" sldId="264"/>
        </pc:sldMkLst>
      </pc:sldChg>
      <pc:sldChg chg="modSp del mod">
        <pc:chgData name="Aleix Albaiges" userId="38f52aa9-1630-4cfa-b2da-f377bd34a7e5" providerId="ADAL" clId="{D088A61E-9E87-4F19-86F0-A30C320468A0}" dt="2026-07-21T08:45:17.580" v="92" actId="47"/>
        <pc:sldMkLst>
          <pc:docMk/>
          <pc:sldMk cId="4239356792" sldId="265"/>
        </pc:sldMkLst>
      </pc:sldChg>
      <pc:sldChg chg="modSp del mod">
        <pc:chgData name="Aleix Albaiges" userId="38f52aa9-1630-4cfa-b2da-f377bd34a7e5" providerId="ADAL" clId="{D088A61E-9E87-4F19-86F0-A30C320468A0}" dt="2026-07-21T08:45:17.975" v="93" actId="47"/>
        <pc:sldMkLst>
          <pc:docMk/>
          <pc:sldMk cId="3782237424" sldId="266"/>
        </pc:sldMkLst>
      </pc:sldChg>
      <pc:sldChg chg="modSp del mod">
        <pc:chgData name="Aleix Albaiges" userId="38f52aa9-1630-4cfa-b2da-f377bd34a7e5" providerId="ADAL" clId="{D088A61E-9E87-4F19-86F0-A30C320468A0}" dt="2026-07-21T08:45:18.404" v="94" actId="47"/>
        <pc:sldMkLst>
          <pc:docMk/>
          <pc:sldMk cId="3927872281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capçaler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Contenidor de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207EA-661F-4BED-B376-388D6ED772DF}" type="datetimeFigureOut">
              <a:rPr lang="es-ES" smtClean="0"/>
              <a:t>21/07/2026</a:t>
            </a:fld>
            <a:endParaRPr lang="es-ES"/>
          </a:p>
        </p:txBody>
      </p:sp>
      <p:sp>
        <p:nvSpPr>
          <p:cNvPr id="4" name="Contenidor d'imatge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Contenidor de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7625B-97C1-4ED5-B9D5-DEC12B14381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179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20240" cy="96012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0"/>
            <a:ext cx="2651760" cy="7950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96112"/>
            <a:ext cx="12191999" cy="621792"/>
          </a:xfrm>
          <a:prstGeom prst="rect">
            <a:avLst/>
          </a:prstGeom>
          <a:solidFill>
            <a:srgbClr val="648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715000"/>
            <a:ext cx="12191999" cy="621792"/>
          </a:xfrm>
          <a:prstGeom prst="rect">
            <a:avLst/>
          </a:prstGeom>
          <a:solidFill>
            <a:srgbClr val="648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Agrupa 8">
            <a:extLst>
              <a:ext uri="{FF2B5EF4-FFF2-40B4-BE49-F238E27FC236}">
                <a16:creationId xmlns:a16="http://schemas.microsoft.com/office/drawing/2014/main" id="{1E2EDBB3-CA5C-30B6-2D50-44E973FD3C73}"/>
              </a:ext>
            </a:extLst>
          </p:cNvPr>
          <p:cNvGrpSpPr/>
          <p:nvPr/>
        </p:nvGrpSpPr>
        <p:grpSpPr>
          <a:xfrm>
            <a:off x="1134437" y="2317635"/>
            <a:ext cx="9923125" cy="1616266"/>
            <a:chOff x="1417320" y="2057400"/>
            <a:chExt cx="9144000" cy="745229"/>
          </a:xfrm>
        </p:grpSpPr>
        <p:sp>
          <p:nvSpPr>
            <p:cNvPr id="6" name="TextBox 5"/>
            <p:cNvSpPr txBox="1"/>
            <p:nvPr/>
          </p:nvSpPr>
          <p:spPr>
            <a:xfrm>
              <a:off x="1417320" y="2057400"/>
              <a:ext cx="9144000" cy="439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ca-ES" sz="2800" b="1" dirty="0" err="1">
                  <a:solidFill>
                    <a:srgbClr val="232323"/>
                  </a:solidFill>
                </a:rPr>
                <a:t>Próstata</a:t>
              </a:r>
              <a:r>
                <a:rPr lang="ca-ES" sz="2800" b="1" dirty="0">
                  <a:solidFill>
                    <a:srgbClr val="232323"/>
                  </a:solidFill>
                </a:rPr>
                <a:t>: </a:t>
              </a:r>
              <a:r>
                <a:rPr lang="es-ES" sz="2800" b="1" dirty="0">
                  <a:solidFill>
                    <a:srgbClr val="232323"/>
                  </a:solidFill>
                </a:rPr>
                <a:t>comparativa entre el </a:t>
              </a:r>
              <a:r>
                <a:rPr lang="es-ES" sz="2800" b="1" dirty="0" err="1">
                  <a:solidFill>
                    <a:srgbClr val="232323"/>
                  </a:solidFill>
                </a:rPr>
                <a:t>model</a:t>
              </a:r>
              <a:r>
                <a:rPr lang="es-ES" sz="2800" b="1" dirty="0">
                  <a:solidFill>
                    <a:srgbClr val="232323"/>
                  </a:solidFill>
                </a:rPr>
                <a:t> de 4 </a:t>
              </a:r>
              <a:r>
                <a:rPr lang="es-ES" sz="2800" b="1" dirty="0" err="1">
                  <a:solidFill>
                    <a:srgbClr val="232323"/>
                  </a:solidFill>
                </a:rPr>
                <a:t>classes</a:t>
              </a:r>
              <a:r>
                <a:rPr lang="es-ES" sz="2800" b="1" dirty="0">
                  <a:solidFill>
                    <a:srgbClr val="232323"/>
                  </a:solidFill>
                </a:rPr>
                <a:t> i el </a:t>
              </a:r>
              <a:r>
                <a:rPr lang="es-ES" sz="2800" b="1" dirty="0" err="1">
                  <a:solidFill>
                    <a:srgbClr val="232323"/>
                  </a:solidFill>
                </a:rPr>
                <a:t>model</a:t>
              </a:r>
              <a:r>
                <a:rPr lang="es-ES" sz="2800" b="1" dirty="0">
                  <a:solidFill>
                    <a:srgbClr val="232323"/>
                  </a:solidFill>
                </a:rPr>
                <a:t> de 5 </a:t>
              </a:r>
              <a:r>
                <a:rPr lang="es-ES" sz="2800" b="1" dirty="0" err="1">
                  <a:solidFill>
                    <a:srgbClr val="232323"/>
                  </a:solidFill>
                </a:rPr>
                <a:t>classes</a:t>
              </a:r>
              <a:endParaRPr sz="2800" b="1" dirty="0">
                <a:solidFill>
                  <a:srgbClr val="232323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023360" y="2589764"/>
              <a:ext cx="3931920" cy="2128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0" dirty="0">
                  <a:solidFill>
                    <a:srgbClr val="555555"/>
                  </a:solidFill>
                </a:rPr>
                <a:t>DigiPatICS / UPC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303521"/>
              </p:ext>
            </p:extLst>
          </p:nvPr>
        </p:nvGraphicFramePr>
        <p:xfrm>
          <a:off x="3005327" y="1517905"/>
          <a:ext cx="6181344" cy="335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2776">
                  <a:extLst>
                    <a:ext uri="{9D8B030D-6E8A-4147-A177-3AD203B41FA5}">
                      <a16:colId xmlns:a16="http://schemas.microsoft.com/office/drawing/2014/main" val="244125149"/>
                    </a:ext>
                  </a:extLst>
                </a:gridCol>
              </a:tblGrid>
              <a:tr h="47184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lang="ca-ES" dirty="0"/>
                        <a:t>Classe 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6480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lang="ca-ES" dirty="0"/>
                        <a:t>F1 (4 classes) 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6480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lang="ca-ES" dirty="0"/>
                        <a:t>F1 (5 classes)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648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4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NC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0.9546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0.9554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GG3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0.7072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0.7066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84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GG4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0.7749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0.5971 (0.7432 GG4 i GG4C fusionat)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4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GG4C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-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0.7160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GG5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0.8423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0.7861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84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Macro F1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0.8186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</a:defRPr>
                      </a:pPr>
                      <a:r>
                        <a:rPr lang="ca-ES" dirty="0"/>
                        <a:t>0.7522 (0.7979 GG4 i GG4C fusionat)</a:t>
                      </a:r>
                      <a:endParaRPr dirty="0"/>
                    </a:p>
                  </a:txBody>
                  <a:tcPr marL="54864" marR="54864" marT="27432" marB="27432"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EC6F8BF3-2DC8-EC59-2FD0-2F6AD48CD69E}"/>
              </a:ext>
            </a:extLst>
          </p:cNvPr>
          <p:cNvSpPr/>
          <p:nvPr/>
        </p:nvSpPr>
        <p:spPr>
          <a:xfrm>
            <a:off x="0" y="102870"/>
            <a:ext cx="12191999" cy="640080"/>
          </a:xfrm>
          <a:prstGeom prst="rect">
            <a:avLst/>
          </a:prstGeom>
          <a:solidFill>
            <a:srgbClr val="648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D7671EFA-A655-4A0A-374E-2CE113A79E21}"/>
              </a:ext>
            </a:extLst>
          </p:cNvPr>
          <p:cNvSpPr txBox="1"/>
          <p:nvPr/>
        </p:nvSpPr>
        <p:spPr>
          <a:xfrm>
            <a:off x="528747" y="161300"/>
            <a:ext cx="35838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ca-ES" sz="2800" b="1" dirty="0">
                <a:solidFill>
                  <a:schemeClr val="bg1"/>
                </a:solidFill>
              </a:rPr>
              <a:t>Mètriques dels models</a:t>
            </a:r>
            <a:endParaRPr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ula 2">
            <a:extLst>
              <a:ext uri="{FF2B5EF4-FFF2-40B4-BE49-F238E27FC236}">
                <a16:creationId xmlns:a16="http://schemas.microsoft.com/office/drawing/2014/main" id="{22B18885-8FB3-1ADD-A591-4A39622FC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262789"/>
              </p:ext>
            </p:extLst>
          </p:nvPr>
        </p:nvGraphicFramePr>
        <p:xfrm>
          <a:off x="643467" y="1354788"/>
          <a:ext cx="10905068" cy="414842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19329">
                  <a:extLst>
                    <a:ext uri="{9D8B030D-6E8A-4147-A177-3AD203B41FA5}">
                      <a16:colId xmlns:a16="http://schemas.microsoft.com/office/drawing/2014/main" val="181880935"/>
                    </a:ext>
                  </a:extLst>
                </a:gridCol>
                <a:gridCol w="2030107">
                  <a:extLst>
                    <a:ext uri="{9D8B030D-6E8A-4147-A177-3AD203B41FA5}">
                      <a16:colId xmlns:a16="http://schemas.microsoft.com/office/drawing/2014/main" val="1473316885"/>
                    </a:ext>
                  </a:extLst>
                </a:gridCol>
                <a:gridCol w="1813908">
                  <a:extLst>
                    <a:ext uri="{9D8B030D-6E8A-4147-A177-3AD203B41FA5}">
                      <a16:colId xmlns:a16="http://schemas.microsoft.com/office/drawing/2014/main" val="374560070"/>
                    </a:ext>
                  </a:extLst>
                </a:gridCol>
                <a:gridCol w="1813908">
                  <a:extLst>
                    <a:ext uri="{9D8B030D-6E8A-4147-A177-3AD203B41FA5}">
                      <a16:colId xmlns:a16="http://schemas.microsoft.com/office/drawing/2014/main" val="1419724326"/>
                    </a:ext>
                  </a:extLst>
                </a:gridCol>
                <a:gridCol w="1813908">
                  <a:extLst>
                    <a:ext uri="{9D8B030D-6E8A-4147-A177-3AD203B41FA5}">
                      <a16:colId xmlns:a16="http://schemas.microsoft.com/office/drawing/2014/main" val="2938945387"/>
                    </a:ext>
                  </a:extLst>
                </a:gridCol>
                <a:gridCol w="1813908">
                  <a:extLst>
                    <a:ext uri="{9D8B030D-6E8A-4147-A177-3AD203B41FA5}">
                      <a16:colId xmlns:a16="http://schemas.microsoft.com/office/drawing/2014/main" val="2749650518"/>
                    </a:ext>
                  </a:extLst>
                </a:gridCol>
              </a:tblGrid>
              <a:tr h="6914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3100" b="0">
                          <a:effectLst/>
                        </a:rPr>
                        <a:t>T \ P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ES" sz="3100" b="0">
                          <a:effectLst/>
                        </a:rPr>
                        <a:t>NC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ES" sz="3100" b="0">
                          <a:effectLst/>
                        </a:rPr>
                        <a:t>GG3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ES" sz="3100" b="0">
                          <a:effectLst/>
                        </a:rPr>
                        <a:t>GG4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ES" sz="3100" b="0">
                          <a:effectLst/>
                        </a:rPr>
                        <a:t>GG4C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ES" sz="3100" b="0">
                          <a:effectLst/>
                        </a:rPr>
                        <a:t>GG5</a:t>
                      </a:r>
                    </a:p>
                  </a:txBody>
                  <a:tcPr marL="145934" marR="145934" marT="81075" marB="81075"/>
                </a:tc>
                <a:extLst>
                  <a:ext uri="{0D108BD9-81ED-4DB2-BD59-A6C34878D82A}">
                    <a16:rowId xmlns:a16="http://schemas.microsoft.com/office/drawing/2014/main" val="2374105926"/>
                  </a:ext>
                </a:extLst>
              </a:tr>
              <a:tr h="69140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s-ES" sz="3100" b="1">
                          <a:effectLst/>
                        </a:rPr>
                        <a:t>NC</a:t>
                      </a:r>
                      <a:endParaRPr lang="es-ES" sz="3100">
                        <a:effectLst/>
                      </a:endParaRP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336.87M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8.41M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4.33M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1.54M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1.45M</a:t>
                      </a:r>
                    </a:p>
                  </a:txBody>
                  <a:tcPr marL="145934" marR="145934" marT="81075" marB="81075"/>
                </a:tc>
                <a:extLst>
                  <a:ext uri="{0D108BD9-81ED-4DB2-BD59-A6C34878D82A}">
                    <a16:rowId xmlns:a16="http://schemas.microsoft.com/office/drawing/2014/main" val="773897630"/>
                  </a:ext>
                </a:extLst>
              </a:tr>
              <a:tr h="69140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s-ES" sz="3100" b="1">
                          <a:effectLst/>
                        </a:rPr>
                        <a:t>GG3</a:t>
                      </a:r>
                      <a:endParaRPr lang="es-ES" sz="3100">
                        <a:effectLst/>
                      </a:endParaRP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5.17M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27.80M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2.99M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0.18M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1.9k</a:t>
                      </a:r>
                    </a:p>
                  </a:txBody>
                  <a:tcPr marL="145934" marR="145934" marT="81075" marB="81075"/>
                </a:tc>
                <a:extLst>
                  <a:ext uri="{0D108BD9-81ED-4DB2-BD59-A6C34878D82A}">
                    <a16:rowId xmlns:a16="http://schemas.microsoft.com/office/drawing/2014/main" val="2311815059"/>
                  </a:ext>
                </a:extLst>
              </a:tr>
              <a:tr h="69140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s-ES" sz="3100" b="1">
                          <a:effectLst/>
                        </a:rPr>
                        <a:t>GG4</a:t>
                      </a:r>
                      <a:endParaRPr lang="es-ES" sz="3100">
                        <a:effectLst/>
                      </a:endParaRP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5.17M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6.16M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18.41M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1.64M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40k</a:t>
                      </a:r>
                    </a:p>
                  </a:txBody>
                  <a:tcPr marL="145934" marR="145934" marT="81075" marB="81075"/>
                </a:tc>
                <a:extLst>
                  <a:ext uri="{0D108BD9-81ED-4DB2-BD59-A6C34878D82A}">
                    <a16:rowId xmlns:a16="http://schemas.microsoft.com/office/drawing/2014/main" val="1154336804"/>
                  </a:ext>
                </a:extLst>
              </a:tr>
              <a:tr h="69140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s-ES" sz="3100" b="1">
                          <a:effectLst/>
                        </a:rPr>
                        <a:t>GG4C</a:t>
                      </a:r>
                      <a:endParaRPr lang="es-ES" sz="3100">
                        <a:effectLst/>
                      </a:endParaRP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4.62M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0.16M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3.66M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20.81M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4.63M</a:t>
                      </a:r>
                    </a:p>
                  </a:txBody>
                  <a:tcPr marL="145934" marR="145934" marT="81075" marB="81075"/>
                </a:tc>
                <a:extLst>
                  <a:ext uri="{0D108BD9-81ED-4DB2-BD59-A6C34878D82A}">
                    <a16:rowId xmlns:a16="http://schemas.microsoft.com/office/drawing/2014/main" val="3512041976"/>
                  </a:ext>
                </a:extLst>
              </a:tr>
              <a:tr h="69140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s-ES" sz="3100" b="1">
                          <a:effectLst/>
                        </a:rPr>
                        <a:t>GG5</a:t>
                      </a:r>
                      <a:endParaRPr lang="es-ES" sz="3100">
                        <a:effectLst/>
                      </a:endParaRP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0.73M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9.9k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0.85M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75k</a:t>
                      </a:r>
                    </a:p>
                  </a:txBody>
                  <a:tcPr marL="145934" marR="145934" marT="81075" marB="81075"/>
                </a:tc>
                <a:tc>
                  <a:txBody>
                    <a:bodyPr/>
                    <a:lstStyle/>
                    <a:p>
                      <a:pPr algn="r" fontAlgn="t" latinLnBrk="0">
                        <a:buNone/>
                      </a:pPr>
                      <a:r>
                        <a:rPr lang="es-ES" sz="3100">
                          <a:effectLst/>
                        </a:rPr>
                        <a:t>14.31M</a:t>
                      </a:r>
                    </a:p>
                  </a:txBody>
                  <a:tcPr marL="145934" marR="145934" marT="81075" marB="81075"/>
                </a:tc>
                <a:extLst>
                  <a:ext uri="{0D108BD9-81ED-4DB2-BD59-A6C34878D82A}">
                    <a16:rowId xmlns:a16="http://schemas.microsoft.com/office/drawing/2014/main" val="864639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33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104</Words>
  <Application>Microsoft Office PowerPoint</Application>
  <PresentationFormat>Pantalla panoràmica</PresentationFormat>
  <Paragraphs>61</Paragraphs>
  <Slides>3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Presentació del PowerPoint</vt:lpstr>
      <vt:lpstr>Presentació del PowerPoint</vt:lpstr>
      <vt:lpstr>Presentació del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Aleix</dc:creator>
  <cp:keywords/>
  <dc:description>generated using python-pptx</dc:description>
  <cp:lastModifiedBy>Aleix Albaiges</cp:lastModifiedBy>
  <cp:revision>3</cp:revision>
  <dcterms:created xsi:type="dcterms:W3CDTF">2013-01-27T09:14:16Z</dcterms:created>
  <dcterms:modified xsi:type="dcterms:W3CDTF">2026-07-21T09:10:53Z</dcterms:modified>
  <cp:category/>
</cp:coreProperties>
</file>